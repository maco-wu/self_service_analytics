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69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working prototype, not a slide deck idea. It solves a specific problem: business users have reporting questions every day, and today every one of them waits on someone who can write SQL. The system takes a plain-English question, translates it into SQL grounded in our actual data dictionary, executes it, and checks the answer before handing it back. Three numbers up front: five out of five test questions matched an independent calculation exactly, eleven out of eleven guardrail tests passed, and every generated query is enforced read-only, one hundred percent of the time. I'll walk through how it works, how it's kept safe, what it got right, and what it needs before it's production-ready.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six deterministic steps, and every one is inspectable — nothing happens in a black box. It starts with the data dictionary, schema.json, which holds every table, column, allowed value, and business metric formula. That gets rendered into a prompt template fresh, for every single question — so when the schema changes, we edit one JSON file, never the prompt text. The model then translates the question into one read-only SQL statement. Before that statement touches any data, it passes a guardrail check — step four, and the one I'll spend the most time on next. Only then does it execute against the dataset, and the result is cross-checked against an independent calculation before we call it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92640" y="-914400"/>
            <a:ext cx="4114800" cy="4114800"/>
          </a:xfrm>
          <a:prstGeom prst="ellipse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 PROTOTYPE  ·  SELF-SERVICE ANALYTICS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Self-Service Analytics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plain-English business questions into safe, verified SQL — grounded in the real data dictionary, not guesswork.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remove the SQL bottleneck without giving up accuracy, safety, or auditability.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verified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tests passed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enforced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technical leadership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Question to Answer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deterministic steps. Every step is inspectable — nothing happens inside a black box.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30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schema.json: tables, columns, allowed values, business metrics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26746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262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130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Template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743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schema + metric formulas fresh, for every question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6746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55280" y="19659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83880" y="2167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1838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2130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Translation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2743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one read-only SQL statement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A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445312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686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416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Check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029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anything but SELECT / WITH — before data is touched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49606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297680" y="42519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26280" y="4453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5262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4416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5029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DuckDB, loaded from the source dataset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49606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955280" y="42519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83880" y="4453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1838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0" y="4416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Answer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5029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an independent pandas calculation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44118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Macintosh PowerPoint</Application>
  <PresentationFormat>Widescreen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Wu, Kwan Y</cp:lastModifiedBy>
  <cp:revision>2</cp:revision>
  <dcterms:created xsi:type="dcterms:W3CDTF">2026-08-27T14:26:49Z</dcterms:created>
  <dcterms:modified xsi:type="dcterms:W3CDTF">2026-08-27T15:50:42Z</dcterms:modified>
</cp:coreProperties>
</file>